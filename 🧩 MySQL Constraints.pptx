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303" r:id="rId7"/>
    <p:sldId id="307" r:id="rId8"/>
    <p:sldId id="304" r:id="rId9"/>
    <p:sldId id="305" r:id="rId10"/>
    <p:sldId id="306" r:id="rId11"/>
    <p:sldId id="261" r:id="rId12"/>
    <p:sldId id="308" r:id="rId13"/>
    <p:sldId id="30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928A5-0995-65A8-7FDA-23B61E39E7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CE3EAE-5E52-E169-9F14-DF404DC0DB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ED4C7D-46CE-1BC6-B1EA-A6F11F2197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F6E07-D2F1-4E06-8E2D-5B589173B306}" type="datetimeFigureOut">
              <a:rPr lang="en-IN" smtClean="0"/>
              <a:t>18-10-2025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0D804C-6159-E0A8-A213-1E094EBBC5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62FD09-572C-4AFE-98F8-C7C85AC2C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12C9E-DFBE-42FF-BBAA-B9BBFA65FE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34732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44F43-678D-6754-66EB-0ECF83AEC2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6CCED4-84BE-9CD5-B5A5-BD69AC71E0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028E7C-088C-4590-78C7-283C32AB8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F6E07-D2F1-4E06-8E2D-5B589173B306}" type="datetimeFigureOut">
              <a:rPr lang="en-IN" smtClean="0"/>
              <a:t>18-10-2025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630CA4-A651-30A2-0CF5-312CA4A65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903499-96F7-BF9C-83A5-31FE1C8FC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12C9E-DFBE-42FF-BBAA-B9BBFA65FE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25416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ABE00-ACD7-67A6-DEDE-2EF543D8FC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7BCB8E-CE53-D621-E358-1662BC72E2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EE9261-7282-AD66-8354-63E1DF3FD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F6E07-D2F1-4E06-8E2D-5B589173B306}" type="datetimeFigureOut">
              <a:rPr lang="en-IN" smtClean="0"/>
              <a:t>18-10-2025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3F0E79-1B7B-62AE-1F81-C46A877BB2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2ED5FD-1B58-3E0E-C044-2831B55BB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12C9E-DFBE-42FF-BBAA-B9BBFA65FE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45798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1DD69F-CCD8-3B16-FB2F-0F1F028663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00ECAB-A810-2606-4F48-5ECB75CADD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3EC579-ACA8-E330-026A-CA0F050048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C63A76-9C80-C5D7-CD8E-DACCAA79D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F6E07-D2F1-4E06-8E2D-5B589173B306}" type="datetimeFigureOut">
              <a:rPr lang="en-IN" smtClean="0"/>
              <a:t>18-10-2025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2CC450-CFA9-71BC-2086-F2786E68C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6C0616-93BF-4420-2B1C-1A9BF933E9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12C9E-DFBE-42FF-BBAA-B9BBFA65FE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12119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2DFF6-6153-C91A-625E-2C308DB442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A46A46-55D7-80B3-E302-02C68361F4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C35A5F-24DE-9584-13AC-134FBC311E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EC4A1A-A8AC-4A46-6473-630F4AC593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181FD31-3350-0BB8-561A-DCC5BF7880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F322E99-E75F-297F-7F1E-CA192B1AF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F6E07-D2F1-4E06-8E2D-5B589173B306}" type="datetimeFigureOut">
              <a:rPr lang="en-IN" smtClean="0"/>
              <a:t>18-10-2025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11C3747-080C-9422-D75F-77FB1B142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0F7026-91D0-4A42-1FBC-742F99290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12C9E-DFBE-42FF-BBAA-B9BBFA65FE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95450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9F059-9EEB-7580-008F-8269A54574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1F2C9E-27CA-EDAD-7309-1400C959C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F6E07-D2F1-4E06-8E2D-5B589173B306}" type="datetimeFigureOut">
              <a:rPr lang="en-IN" smtClean="0"/>
              <a:t>18-10-2025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CF554C-679D-9D4C-DD0B-8C7FC1EF22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4273C9-08ED-FEF6-2B03-C647EB0D4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12C9E-DFBE-42FF-BBAA-B9BBFA65FE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83806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53031D7-4FEB-559C-46BD-FAAE8A24E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F6E07-D2F1-4E06-8E2D-5B589173B306}" type="datetimeFigureOut">
              <a:rPr lang="en-IN" smtClean="0"/>
              <a:t>18-10-2025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4CD6C43-FC15-0C93-3A66-B5198F79F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203CD1-6EAA-75F8-F6AC-DB77A3C64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12C9E-DFBE-42FF-BBAA-B9BBFA65FE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4351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1742C5-594E-1F1F-55E2-992C83B97B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76DD7C-09C1-7B33-E186-4DCC62E6A3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D2BAFC-35B4-ADE6-F5E4-9F569D31A0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DD777F-50EF-4173-F217-332CBC5666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F6E07-D2F1-4E06-8E2D-5B589173B306}" type="datetimeFigureOut">
              <a:rPr lang="en-IN" smtClean="0"/>
              <a:t>18-10-2025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66F106-E511-4285-201D-226DE6738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178CB2-3D0F-48BA-457E-A0265E50A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12C9E-DFBE-42FF-BBAA-B9BBFA65FE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71966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FF3A0-F239-8762-35B9-F934724CCD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DB2E5E1-57E4-5044-2A58-E56BB69EFE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0B5439-C3A6-6117-45A0-0A5CFD9721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A3C364-DEAE-3365-E2FD-688CEA52B8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F6E07-D2F1-4E06-8E2D-5B589173B306}" type="datetimeFigureOut">
              <a:rPr lang="en-IN" smtClean="0"/>
              <a:t>18-10-2025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125B72-73D6-C6A2-49BE-40F170C90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F3D132-E430-7B59-59DC-0E4911C55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12C9E-DFBE-42FF-BBAA-B9BBFA65FE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44678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D61D6-A845-B6D8-F7F6-8CAE3E79A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DB7718-B230-AA31-C0DC-C437631FE2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058A49-D551-06F3-E2F3-BE127F174C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F6E07-D2F1-4E06-8E2D-5B589173B306}" type="datetimeFigureOut">
              <a:rPr lang="en-IN" smtClean="0"/>
              <a:t>18-10-2025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41A59D-3767-236B-2728-A8531BDAE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2272EE-38DA-D42E-7E61-08C77C7C7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12C9E-DFBE-42FF-BBAA-B9BBFA65FE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40847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16DFD6A-C53B-B0F2-D0E9-50DC4B7580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9107B0-18AC-DD85-0C6D-648F841550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E9987F-7620-3381-7F06-30D75D5C1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F6E07-D2F1-4E06-8E2D-5B589173B306}" type="datetimeFigureOut">
              <a:rPr lang="en-IN" smtClean="0"/>
              <a:t>18-10-2025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E00DDD-2A24-44B1-09A7-AD18B6EFB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5CBB04-4317-7F3F-940C-EE513C458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12C9E-DFBE-42FF-BBAA-B9BBFA65FE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93905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8CDFC-CBA0-5C55-F38F-2CB6E6104F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4B4FC8-A215-3A3E-3DB4-CAE137D93D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E44F69-551A-C514-F67F-8CC21E7BAB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EF6E07-D2F1-4E06-8E2D-5B589173B306}" type="datetimeFigureOut">
              <a:rPr lang="en-IN" smtClean="0"/>
              <a:t>18-10-2025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8FEBE1-0629-9771-B9EB-DE2C275FE5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AB8AEC-D69E-5DBA-4781-FF0C584A87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F12C9E-DFBE-42FF-BBAA-B9BBFA65FE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12756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53938-A406-DF4E-D94D-ED5DD2BF6EA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🧩 </a:t>
            </a:r>
            <a:r>
              <a:rPr lang="en-IN" b="1" dirty="0"/>
              <a:t>MySQL Constraints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900170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ADFC6-C5C1-D1A6-3C85-752569128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79211D-2329-E6A8-E4F4-A3A78805FA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Constraints</a:t>
            </a:r>
            <a:r>
              <a:rPr lang="en-US" dirty="0"/>
              <a:t> are rules applied to table columns in MySQL to </a:t>
            </a:r>
            <a:r>
              <a:rPr lang="en-US" b="1" dirty="0"/>
              <a:t>ensure data accuracy, reliability, and consistency</a:t>
            </a:r>
            <a:r>
              <a:rPr lang="en-US" dirty="0"/>
              <a:t> in the database.</a:t>
            </a:r>
          </a:p>
          <a:p>
            <a:r>
              <a:rPr lang="en-US" dirty="0"/>
              <a:t>They </a:t>
            </a:r>
            <a:r>
              <a:rPr lang="en-US" b="1" dirty="0"/>
              <a:t>limit the type of data</a:t>
            </a:r>
            <a:r>
              <a:rPr lang="en-US" dirty="0"/>
              <a:t> that can go into a table and </a:t>
            </a:r>
            <a:r>
              <a:rPr lang="en-US" b="1" dirty="0"/>
              <a:t>enforce business rules</a:t>
            </a:r>
            <a:r>
              <a:rPr lang="en-US" dirty="0"/>
              <a:t> automatically.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378733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D324A-9CFC-7CAD-DA09-D9B30A93A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⚙️ </a:t>
            </a:r>
            <a:r>
              <a:rPr lang="en-US" b="1" dirty="0"/>
              <a:t>1️⃣ Why Constraints Are Important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80D948-D43D-FC80-5539-5F95E12BE4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Prevent invalid or inconsistent data.</a:t>
            </a:r>
          </a:p>
          <a:p>
            <a:r>
              <a:rPr lang="en-US" dirty="0"/>
              <a:t>Enforce relationships between tables.</a:t>
            </a:r>
          </a:p>
          <a:p>
            <a:r>
              <a:rPr lang="en-US" dirty="0"/>
              <a:t>Maintain </a:t>
            </a:r>
            <a:r>
              <a:rPr lang="en-US" b="1" dirty="0"/>
              <a:t>data integrity</a:t>
            </a:r>
            <a:r>
              <a:rPr lang="en-US" dirty="0"/>
              <a:t> (the correctness and completeness of data).</a:t>
            </a:r>
          </a:p>
          <a:p>
            <a:r>
              <a:rPr lang="en-US" dirty="0"/>
              <a:t>Reduce the need for manual validation in application code.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85035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EBF1FA-B43A-C1F6-F1AA-9014B3409B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7581" y="1"/>
            <a:ext cx="10515600" cy="498764"/>
          </a:xfrm>
        </p:spPr>
        <p:txBody>
          <a:bodyPr>
            <a:normAutofit fontScale="90000"/>
          </a:bodyPr>
          <a:lstStyle/>
          <a:p>
            <a:r>
              <a:rPr lang="en-US" dirty="0"/>
              <a:t>📘 </a:t>
            </a:r>
            <a:r>
              <a:rPr lang="en-US" b="1" dirty="0"/>
              <a:t>2️⃣ Types of Constraints in MySQL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64C7E3C-41D2-312F-5769-F8BB032D2C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59863" y="1103841"/>
            <a:ext cx="9316746" cy="5432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13189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09E1C6-1C69-0388-1071-804EC1FFF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✅ </a:t>
            </a:r>
            <a:r>
              <a:rPr lang="en-IN" b="1" dirty="0"/>
              <a:t>(a) NOT NULL Constraint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63214C-8A5F-10BF-F195-F16C2C5207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Ensures that a column </a:t>
            </a:r>
            <a:r>
              <a:rPr lang="en-US" b="1" dirty="0"/>
              <a:t>must have a value</a:t>
            </a:r>
            <a:r>
              <a:rPr lang="en-US" dirty="0"/>
              <a:t>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CREATE TABLE Employee (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emp_id</a:t>
            </a:r>
            <a:r>
              <a:rPr lang="en-US" dirty="0"/>
              <a:t> INT NOT NULL,</a:t>
            </a:r>
          </a:p>
          <a:p>
            <a:pPr marL="0" indent="0">
              <a:buNone/>
            </a:pPr>
            <a:r>
              <a:rPr lang="en-US" dirty="0"/>
              <a:t>    name VARCHAR(50) NOT NULL,</a:t>
            </a:r>
          </a:p>
          <a:p>
            <a:pPr marL="0" indent="0">
              <a:buNone/>
            </a:pPr>
            <a:r>
              <a:rPr lang="en-US" dirty="0"/>
              <a:t>    department VARCHAR(50)</a:t>
            </a:r>
          </a:p>
          <a:p>
            <a:pPr marL="0" indent="0">
              <a:buNone/>
            </a:pPr>
            <a:r>
              <a:rPr lang="en-US" dirty="0"/>
              <a:t>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US" dirty="0"/>
              <a:t>➡️ You cannot insert a record without </a:t>
            </a:r>
            <a:r>
              <a:rPr lang="en-US" dirty="0" err="1"/>
              <a:t>emp_id</a:t>
            </a:r>
            <a:r>
              <a:rPr lang="en-US" dirty="0"/>
              <a:t> or name.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Maintains </a:t>
            </a:r>
            <a:r>
              <a:rPr lang="en-US" b="1" dirty="0"/>
              <a:t>referential integrity</a:t>
            </a:r>
            <a:r>
              <a:rPr lang="en-US" dirty="0"/>
              <a:t> between two tables.</a:t>
            </a:r>
            <a:br>
              <a:rPr lang="en-US" dirty="0"/>
            </a:br>
            <a:r>
              <a:rPr lang="en-US" dirty="0"/>
              <a:t>It ensures that a value in one table </a:t>
            </a:r>
            <a:r>
              <a:rPr lang="en-US" b="1" dirty="0"/>
              <a:t>exists in another related table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248888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82267-626C-F6B9-ADC1-36F96DD5F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✅ </a:t>
            </a:r>
            <a:r>
              <a:rPr lang="en-IN" b="1" dirty="0"/>
              <a:t>(b) UNIQUE Constraint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00C652-CEF2-DF14-1817-C5F3FF7A1F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Ensures that all values in a column are </a:t>
            </a:r>
            <a:r>
              <a:rPr lang="en-US" b="1" dirty="0"/>
              <a:t>distinct</a:t>
            </a:r>
            <a:r>
              <a:rPr lang="en-US" dirty="0"/>
              <a:t>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CREATE TABLE Student (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student_id</a:t>
            </a:r>
            <a:r>
              <a:rPr lang="en-US" dirty="0"/>
              <a:t> INT PRIMARY KEY,</a:t>
            </a:r>
          </a:p>
          <a:p>
            <a:pPr marL="0" indent="0">
              <a:buNone/>
            </a:pPr>
            <a:r>
              <a:rPr lang="en-US" dirty="0"/>
              <a:t>    email VARCHAR(100) UNIQUE</a:t>
            </a:r>
          </a:p>
          <a:p>
            <a:pPr marL="0" indent="0">
              <a:buNone/>
            </a:pPr>
            <a:r>
              <a:rPr lang="en-US" dirty="0"/>
              <a:t>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US" dirty="0"/>
              <a:t>➡️ Two students cannot have the same email address.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87944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05F67-6872-734A-DE9E-B9A4F2B2C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✅ </a:t>
            </a:r>
            <a:r>
              <a:rPr lang="en-IN" b="1" dirty="0"/>
              <a:t>(c) PRIMARY KEY Constraint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CFFB2D-6FA5-995F-409E-A5AFF4F6E5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Uniquely identifies each row in a table.</a:t>
            </a:r>
            <a:br>
              <a:rPr lang="en-US" dirty="0"/>
            </a:br>
            <a:r>
              <a:rPr lang="en-US" dirty="0"/>
              <a:t>It automatically implies </a:t>
            </a:r>
            <a:r>
              <a:rPr lang="en-US" b="1" dirty="0"/>
              <a:t>NOT NULL + UNIQUE</a:t>
            </a:r>
            <a:r>
              <a:rPr lang="en-US" dirty="0"/>
              <a:t>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CREATE TABLE Department (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dept_id</a:t>
            </a:r>
            <a:r>
              <a:rPr lang="en-US" dirty="0"/>
              <a:t> INT PRIMARY KEY,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dept_name</a:t>
            </a:r>
            <a:r>
              <a:rPr lang="en-US" dirty="0"/>
              <a:t> VARCHAR(50) NOT NULL</a:t>
            </a:r>
          </a:p>
          <a:p>
            <a:pPr marL="0" indent="0">
              <a:buNone/>
            </a:pPr>
            <a:r>
              <a:rPr lang="en-US" dirty="0"/>
              <a:t>);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424130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17C6D-5C49-A8E8-F80D-9B3FA846E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✅ </a:t>
            </a:r>
            <a:r>
              <a:rPr lang="en-IN" b="1" dirty="0"/>
              <a:t>(d) FOREIGN KEY Constraint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36D756-F1F5-2FD4-C94A-14B24462E4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Maintains </a:t>
            </a:r>
            <a:r>
              <a:rPr lang="en-US" b="1" dirty="0"/>
              <a:t>referential integrity</a:t>
            </a:r>
            <a:r>
              <a:rPr lang="en-US" dirty="0"/>
              <a:t> between two tables.</a:t>
            </a:r>
            <a:br>
              <a:rPr lang="en-US" dirty="0"/>
            </a:br>
            <a:r>
              <a:rPr lang="en-US" dirty="0"/>
              <a:t>It ensures that a value in one table </a:t>
            </a:r>
            <a:r>
              <a:rPr lang="en-US" b="1" dirty="0"/>
              <a:t>exists in another related table</a:t>
            </a:r>
            <a:r>
              <a:rPr lang="en-US" dirty="0"/>
              <a:t>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CREATE TABLE Employee (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emp_id</a:t>
            </a:r>
            <a:r>
              <a:rPr lang="en-US" dirty="0"/>
              <a:t> INT PRIMARY KEY,</a:t>
            </a:r>
          </a:p>
          <a:p>
            <a:pPr marL="0" indent="0">
              <a:buNone/>
            </a:pPr>
            <a:r>
              <a:rPr lang="en-US" dirty="0"/>
              <a:t>    name VARCHAR(50),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dept_id</a:t>
            </a:r>
            <a:r>
              <a:rPr lang="en-US" dirty="0"/>
              <a:t> INT,</a:t>
            </a:r>
          </a:p>
          <a:p>
            <a:pPr marL="0" indent="0">
              <a:buNone/>
            </a:pPr>
            <a:r>
              <a:rPr lang="en-US" dirty="0"/>
              <a:t>    FOREIGN KEY (</a:t>
            </a:r>
            <a:r>
              <a:rPr lang="en-US" dirty="0" err="1"/>
              <a:t>dept_id</a:t>
            </a:r>
            <a:r>
              <a:rPr lang="en-US" dirty="0"/>
              <a:t>) REFERENCES Department(</a:t>
            </a:r>
            <a:r>
              <a:rPr lang="en-US" dirty="0" err="1"/>
              <a:t>dept_id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US" dirty="0"/>
              <a:t>➡️ You cannot assign an employee to a department that doesn’t exist.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739809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36DB8-622C-D71C-0122-19DCC8E448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✅ </a:t>
            </a:r>
            <a:r>
              <a:rPr lang="en-IN" b="1" dirty="0"/>
              <a:t>(e) CHECK Constraint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108E08-D7A6-BA65-5D16-9167F6DD8B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Ensures that column values meet specific conditions.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CREATE TABLE Account (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acc_id</a:t>
            </a:r>
            <a:r>
              <a:rPr lang="en-US" dirty="0"/>
              <a:t> INT PRIMARY KEY,</a:t>
            </a:r>
          </a:p>
          <a:p>
            <a:pPr marL="0" indent="0">
              <a:buNone/>
            </a:pPr>
            <a:r>
              <a:rPr lang="en-US" dirty="0"/>
              <a:t>    balance DECIMAL(10,2) CHECK (balance &gt;= 0)</a:t>
            </a:r>
          </a:p>
          <a:p>
            <a:pPr marL="0" indent="0">
              <a:buNone/>
            </a:pPr>
            <a:r>
              <a:rPr lang="en-US" dirty="0"/>
              <a:t>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US" dirty="0"/>
              <a:t>➡️ Negative balance values are not allowed.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117272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A0953-CD49-62C2-FE4A-14E268D95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✅ </a:t>
            </a:r>
            <a:r>
              <a:rPr lang="en-IN" b="1" dirty="0"/>
              <a:t>(f) DEFAULT Constraint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F567F3-0A60-205C-7DD7-9CDB4DE1E6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Assigns a default value to a column if no value is provided during insertion.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CREATE TABLE Orders (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order_id</a:t>
            </a:r>
            <a:r>
              <a:rPr lang="en-US" dirty="0"/>
              <a:t> INT PRIMARY KEY,</a:t>
            </a:r>
          </a:p>
          <a:p>
            <a:pPr marL="0" indent="0">
              <a:buNone/>
            </a:pPr>
            <a:r>
              <a:rPr lang="en-US" dirty="0"/>
              <a:t>    status VARCHAR(20) DEFAULT 'Pending'</a:t>
            </a:r>
          </a:p>
          <a:p>
            <a:pPr marL="0" indent="0">
              <a:buNone/>
            </a:pPr>
            <a:r>
              <a:rPr lang="en-US" dirty="0"/>
              <a:t>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US" dirty="0"/>
              <a:t>➡️ If no status is given, it automatically becomes 'Pending'.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07594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6FD0C-148D-5C54-DCC6-614D21B0F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✅ </a:t>
            </a:r>
            <a:r>
              <a:rPr lang="en-IN" b="1" dirty="0"/>
              <a:t>(g) AUTO_INCREMENT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AF90F9-211E-B590-4B13-46975B90C1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Automatically generates unique sequential numbers (often used with PRIMARY KEY).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CREATE TABLE Products (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product_id</a:t>
            </a:r>
            <a:r>
              <a:rPr lang="en-US" dirty="0"/>
              <a:t> INT AUTO_INCREMENT PRIMARY KEY,</a:t>
            </a:r>
          </a:p>
          <a:p>
            <a:pPr marL="0" indent="0">
              <a:buNone/>
            </a:pPr>
            <a:r>
              <a:rPr lang="en-US" dirty="0"/>
              <a:t>    name VARCHAR(50)</a:t>
            </a:r>
          </a:p>
          <a:p>
            <a:pPr marL="0" indent="0">
              <a:buNone/>
            </a:pPr>
            <a:r>
              <a:rPr lang="en-US" dirty="0"/>
              <a:t>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US" dirty="0"/>
              <a:t>➡️ </a:t>
            </a:r>
            <a:r>
              <a:rPr lang="en-US" dirty="0" err="1"/>
              <a:t>product_id</a:t>
            </a:r>
            <a:r>
              <a:rPr lang="en-US" dirty="0"/>
              <a:t> automatically increases for each new record.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574939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2CE3C-3966-D451-72C0-584A784DA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🔐 </a:t>
            </a:r>
            <a:r>
              <a:rPr lang="en-IN" b="1" dirty="0"/>
              <a:t>4️⃣ Combining Multiple Constraints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4E6D87-3657-8E24-EEB9-9B49061113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CREATE TABLE Employee (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emp_id</a:t>
            </a:r>
            <a:r>
              <a:rPr lang="en-US" dirty="0"/>
              <a:t> INT AUTO_INCREMENT PRIMARY KEY,</a:t>
            </a:r>
          </a:p>
          <a:p>
            <a:pPr marL="0" indent="0">
              <a:buNone/>
            </a:pPr>
            <a:r>
              <a:rPr lang="en-US" dirty="0"/>
              <a:t>    name VARCHAR(50) NOT NULL,</a:t>
            </a:r>
          </a:p>
          <a:p>
            <a:pPr marL="0" indent="0">
              <a:buNone/>
            </a:pPr>
            <a:r>
              <a:rPr lang="en-US" dirty="0"/>
              <a:t>    email VARCHAR(100) UNIQUE,</a:t>
            </a:r>
          </a:p>
          <a:p>
            <a:pPr marL="0" indent="0">
              <a:buNone/>
            </a:pPr>
            <a:r>
              <a:rPr lang="en-US" dirty="0"/>
              <a:t>    salary DECIMAL(10,2) CHECK (salary &gt; 0),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dept_id</a:t>
            </a:r>
            <a:r>
              <a:rPr lang="en-US" dirty="0"/>
              <a:t> INT,</a:t>
            </a:r>
          </a:p>
          <a:p>
            <a:pPr marL="0" indent="0">
              <a:buNone/>
            </a:pPr>
            <a:r>
              <a:rPr lang="en-US" dirty="0"/>
              <a:t>    FOREIGN KEY (</a:t>
            </a:r>
            <a:r>
              <a:rPr lang="en-US" dirty="0" err="1"/>
              <a:t>dept_id</a:t>
            </a:r>
            <a:r>
              <a:rPr lang="en-US" dirty="0"/>
              <a:t>) REFERENCES Department(</a:t>
            </a:r>
            <a:r>
              <a:rPr lang="en-US" dirty="0" err="1"/>
              <a:t>dept_id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);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088097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BF3C534-A9D9-0FCB-C572-BFDCF0A654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571501"/>
            <a:ext cx="10436188" cy="5746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97075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567</Words>
  <Application>Microsoft Office PowerPoint</Application>
  <PresentationFormat>Widescreen</PresentationFormat>
  <Paragraphs>85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🧩 MySQL Constraints </vt:lpstr>
      <vt:lpstr>PowerPoint Presentation</vt:lpstr>
      <vt:lpstr>⚙️ 1️⃣ Why Constraints Are Important</vt:lpstr>
      <vt:lpstr>📘 2️⃣ Types of Constraints in MySQL</vt:lpstr>
      <vt:lpstr>✅ (a) NOT NULL Constraint</vt:lpstr>
      <vt:lpstr>✅ (b) UNIQUE Constraint</vt:lpstr>
      <vt:lpstr>✅ (c) PRIMARY KEY Constraint</vt:lpstr>
      <vt:lpstr>✅ (d) FOREIGN KEY Constraint</vt:lpstr>
      <vt:lpstr>✅ (e) CHECK Constraint</vt:lpstr>
      <vt:lpstr>✅ (f) DEFAULT Constraint</vt:lpstr>
      <vt:lpstr>✅ (g) AUTO_INCREMENT</vt:lpstr>
      <vt:lpstr>🔐 4️⃣ Combining Multiple Constraints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Data Engineering</dc:creator>
  <cp:lastModifiedBy>Data Engineering</cp:lastModifiedBy>
  <cp:revision>2</cp:revision>
  <dcterms:created xsi:type="dcterms:W3CDTF">2025-10-18T02:47:33Z</dcterms:created>
  <dcterms:modified xsi:type="dcterms:W3CDTF">2025-10-18T02:57:35Z</dcterms:modified>
</cp:coreProperties>
</file>